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9" r:id="rId4"/>
    <p:sldId id="257" r:id="rId5"/>
    <p:sldId id="258" r:id="rId6"/>
  </p:sldIdLst>
  <p:sldSz cx="10691813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457"/>
            <a:ext cx="9088041" cy="263244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1414"/>
            <a:ext cx="8018860" cy="1825554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65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74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5067"/>
            <a:ext cx="9221689" cy="3145275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60097"/>
            <a:ext cx="9221689" cy="1654026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406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8126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218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25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437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844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88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836"/>
            <a:ext cx="4544021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836"/>
            <a:ext cx="4544021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1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569"/>
            <a:ext cx="9221689" cy="146149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560"/>
            <a:ext cx="4523137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961"/>
            <a:ext cx="4523137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560"/>
            <a:ext cx="4545413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961"/>
            <a:ext cx="4545413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40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40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16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683"/>
            <a:ext cx="5412730" cy="5373398"/>
          </a:xfrm>
        </p:spPr>
        <p:txBody>
          <a:bodyPr/>
          <a:lstStyle>
            <a:lvl1pPr>
              <a:defRPr sz="3528"/>
            </a:lvl1pPr>
            <a:lvl2pPr>
              <a:defRPr sz="3087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56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683"/>
            <a:ext cx="5412730" cy="5373398"/>
          </a:xfrm>
        </p:spPr>
        <p:txBody>
          <a:bodyPr anchor="t"/>
          <a:lstStyle>
            <a:lvl1pPr marL="0" indent="0">
              <a:buNone/>
              <a:defRPr sz="3528"/>
            </a:lvl1pPr>
            <a:lvl2pPr marL="504063" indent="0">
              <a:buNone/>
              <a:defRPr sz="3087"/>
            </a:lvl2pPr>
            <a:lvl3pPr marL="1008126" indent="0">
              <a:buNone/>
              <a:defRPr sz="2646"/>
            </a:lvl3pPr>
            <a:lvl4pPr marL="1512189" indent="0">
              <a:buNone/>
              <a:defRPr sz="2205"/>
            </a:lvl4pPr>
            <a:lvl5pPr marL="2016252" indent="0">
              <a:buNone/>
              <a:defRPr sz="2205"/>
            </a:lvl5pPr>
            <a:lvl6pPr marL="2520315" indent="0">
              <a:buNone/>
              <a:defRPr sz="2205"/>
            </a:lvl6pPr>
            <a:lvl7pPr marL="3024378" indent="0">
              <a:buNone/>
              <a:defRPr sz="2205"/>
            </a:lvl7pPr>
            <a:lvl8pPr marL="3528441" indent="0">
              <a:buNone/>
              <a:defRPr sz="2205"/>
            </a:lvl8pPr>
            <a:lvl9pPr marL="4032504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8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59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567"/>
            <a:ext cx="2305422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567"/>
            <a:ext cx="6782619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35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569"/>
            <a:ext cx="9221689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836"/>
            <a:ext cx="9221689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F206-934A-4AEB-8CDD-488D750A95A8}" type="datetimeFigureOut">
              <a:rPr lang="ru-RU" smtClean="0"/>
              <a:t>26.03.2026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8172"/>
            <a:ext cx="3608487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7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8126" rtl="0" eaLnBrk="1" latinLnBrk="0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32" indent="-252032" algn="l" defTabSz="1008126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95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158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221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84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347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410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473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536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85C7A-5BD7-4D9C-BBFC-407877B77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176793"/>
            <a:ext cx="9221689" cy="70374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Фиксированные значения и условия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360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17E645-FBFC-4179-B205-BCEA75B1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1106311"/>
            <a:ext cx="10272889" cy="6052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Земные константы</a:t>
            </a:r>
          </a:p>
          <a:p>
            <a:pPr marL="0" indent="0">
              <a:buNone/>
            </a:pPr>
            <a:endParaRPr lang="ru-RU" sz="20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payloadMass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5000.0    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кг</a:t>
            </a: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initialAltitude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endParaRPr lang="en-US" sz="2000" b="0" dirty="0">
              <a:solidFill>
                <a:srgbClr val="B5CEA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dragCoefficient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0.35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referenceArea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20.0</a:t>
            </a:r>
            <a:endParaRPr lang="ru-RU" sz="2000" b="0" dirty="0">
              <a:solidFill>
                <a:srgbClr val="B5CEA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veGrid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2100.0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3100.0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4100.0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м/с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thrustGrid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3e6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4e6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5e6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    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ru-R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baseThrustRatios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0.03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Stage1, Stage2 ...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baseVeRatios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1.16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1.45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1.65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Максимизируем итоговую скорость</a:t>
            </a:r>
            <a:endParaRPr lang="en-US" sz="2000" b="0" dirty="0">
              <a:solidFill>
                <a:schemeClr val="bg2">
                  <a:lumMod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915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8C59E-AF4A-46C9-9A2C-DCEFB5EC1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ED3227-8642-4316-B38C-8A766B4FF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621D93-87EC-4BD1-8714-D768761C1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79" y="-1"/>
            <a:ext cx="10150854" cy="75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248F5-0720-4812-BAEE-0E3CD2CF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ED84143-B6A5-47B2-B4D3-EA03FD284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59" y="-3191"/>
            <a:ext cx="10152293" cy="7564454"/>
          </a:xfrm>
        </p:spPr>
      </p:pic>
    </p:spTree>
    <p:extLst>
      <p:ext uri="{BB962C8B-B14F-4D97-AF65-F5344CB8AC3E}">
        <p14:creationId xmlns:p14="http://schemas.microsoft.com/office/powerpoint/2010/main" val="403013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3F47C-8F94-477A-8112-BF44A812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D023BE1-5950-4779-A0B1-115CA6EA2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7" y="-5134"/>
            <a:ext cx="10151084" cy="7566397"/>
          </a:xfrm>
        </p:spPr>
      </p:pic>
    </p:spTree>
    <p:extLst>
      <p:ext uri="{BB962C8B-B14F-4D97-AF65-F5344CB8AC3E}">
        <p14:creationId xmlns:p14="http://schemas.microsoft.com/office/powerpoint/2010/main" val="219404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1DFA4-E3CE-4857-B458-4C5110970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7C52A1D-40E0-4E42-B086-9A42E1237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01" y="0"/>
            <a:ext cx="10148009" cy="7561263"/>
          </a:xfrm>
        </p:spPr>
      </p:pic>
    </p:spTree>
    <p:extLst>
      <p:ext uri="{BB962C8B-B14F-4D97-AF65-F5344CB8AC3E}">
        <p14:creationId xmlns:p14="http://schemas.microsoft.com/office/powerpoint/2010/main" val="2053080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77</Words>
  <Application>Microsoft Office PowerPoint</Application>
  <PresentationFormat>Произвольный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Тема Office</vt:lpstr>
      <vt:lpstr>Фиксированные значения и условия: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Faster Xaos</dc:creator>
  <cp:lastModifiedBy>Faster Xaos</cp:lastModifiedBy>
  <cp:revision>3</cp:revision>
  <dcterms:created xsi:type="dcterms:W3CDTF">2026-03-26T14:46:02Z</dcterms:created>
  <dcterms:modified xsi:type="dcterms:W3CDTF">2026-03-26T15:14:06Z</dcterms:modified>
</cp:coreProperties>
</file>